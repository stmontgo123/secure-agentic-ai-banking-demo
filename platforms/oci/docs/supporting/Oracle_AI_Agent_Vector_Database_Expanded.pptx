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Oracle AI Agent on Autonomous AI Database 26ai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Expanded Edition: Oracle Vector Database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Search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Native vector data type</a:t>
            </a:r>
          </a:p>
          <a:p>
            <a:pPr>
              <a:defRPr sz="2200"/>
            </a:pPr>
            <a:r>
              <a:t>• Built into Oracle Database 26ai</a:t>
            </a:r>
          </a:p>
          <a:p>
            <a:pPr>
              <a:defRPr sz="2200"/>
            </a:pPr>
            <a:r>
              <a:t>• Supports Retrieval-Augmented Generation (RAG)</a:t>
            </a:r>
          </a:p>
          <a:p>
            <a:pPr>
              <a:defRPr sz="2200"/>
            </a:pPr>
            <a:r>
              <a:t>• Eliminates need for a separate vector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VECTOR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Stores dense embeddings directly in database tables</a:t>
            </a:r>
          </a:p>
          <a:p>
            <a:pPr>
              <a:defRPr sz="2200"/>
            </a:pPr>
            <a:r>
              <a:t>• FLOAT32, FLOAT64 and binary vector support</a:t>
            </a:r>
          </a:p>
          <a:p>
            <a:pPr>
              <a:defRPr sz="2200"/>
            </a:pPr>
            <a:r>
              <a:t>• Integrates with SQL, PL/SQL and existing schemas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Generating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VECTOR_EMBEDDING SQL function</a:t>
            </a:r>
          </a:p>
          <a:p>
            <a:pPr>
              <a:defRPr sz="2200"/>
            </a:pPr>
            <a:r>
              <a:t>• ONNX models stored inside Oracle</a:t>
            </a:r>
          </a:p>
          <a:p>
            <a:pPr>
              <a:defRPr sz="2200"/>
            </a:pPr>
            <a:r>
              <a:t>• Supports in-database embedding generation</a:t>
            </a:r>
          </a:p>
          <a:p>
            <a:pPr>
              <a:defRPr sz="2200"/>
            </a:pPr>
            <a:r>
              <a:t>• Also supports external embedding providers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AI Vector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Semantic similarity search</a:t>
            </a:r>
          </a:p>
          <a:p>
            <a:pPr>
              <a:defRPr sz="2200"/>
            </a:pPr>
            <a:r>
              <a:t>• VECTOR_DISTANCE function</a:t>
            </a:r>
          </a:p>
          <a:p>
            <a:pPr>
              <a:defRPr sz="2200"/>
            </a:pPr>
            <a:r>
              <a:t>• COSINE, EUCLIDEAN and DOT metrics</a:t>
            </a:r>
          </a:p>
          <a:p>
            <a:pPr>
              <a:defRPr sz="2200"/>
            </a:pPr>
            <a:r>
              <a:t>• SQL-first development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DBMS_VECTOR_CHAIN package</a:t>
            </a:r>
          </a:p>
          <a:p>
            <a:pPr>
              <a:defRPr sz="2200"/>
            </a:pPr>
            <a:r>
              <a:t>• Text extraction</a:t>
            </a:r>
          </a:p>
          <a:p>
            <a:pPr>
              <a:defRPr sz="2200"/>
            </a:pPr>
            <a:r>
              <a:t>• Intelligent chunking</a:t>
            </a:r>
          </a:p>
          <a:p>
            <a:pPr>
              <a:defRPr sz="2200"/>
            </a:pPr>
            <a:r>
              <a:t>• Embedding generation</a:t>
            </a:r>
          </a:p>
          <a:p>
            <a:pPr>
              <a:defRPr sz="2200"/>
            </a:pPr>
            <a:r>
              <a:t>• End-to-end SQL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Approximate Nearest Neighbor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Optimized vector indexes</a:t>
            </a:r>
          </a:p>
          <a:p>
            <a:pPr>
              <a:defRPr sz="2200"/>
            </a:pPr>
            <a:r>
              <a:t>• Faster similarity search at scale</a:t>
            </a:r>
          </a:p>
          <a:p>
            <a:pPr>
              <a:defRPr sz="2200"/>
            </a:pPr>
            <a:r>
              <a:t>• Tunable accuracy versus performance</a:t>
            </a:r>
          </a:p>
          <a:p>
            <a:pPr>
              <a:defRPr sz="2200"/>
            </a:pPr>
            <a:r>
              <a:t>• Supports enterprise-sized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Combine SQL predicates with semantic search</a:t>
            </a:r>
          </a:p>
          <a:p>
            <a:pPr>
              <a:defRPr sz="2200"/>
            </a:pPr>
            <a:r>
              <a:t>• Filter by department, date or customer</a:t>
            </a:r>
          </a:p>
          <a:p>
            <a:pPr>
              <a:defRPr sz="2200"/>
            </a:pPr>
            <a:r>
              <a:t>• Then rank by vector similarity</a:t>
            </a:r>
          </a:p>
          <a:p>
            <a:pPr>
              <a:defRPr sz="2200"/>
            </a:pPr>
            <a:r>
              <a:t>• Best of relational + AI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Oracle Database security model</a:t>
            </a:r>
          </a:p>
          <a:p>
            <a:pPr>
              <a:defRPr sz="2200"/>
            </a:pPr>
            <a:r>
              <a:t>• Roles and privileges</a:t>
            </a:r>
          </a:p>
          <a:p>
            <a:pPr>
              <a:defRPr sz="2200"/>
            </a:pPr>
            <a:r>
              <a:t>• Database auditing</a:t>
            </a:r>
          </a:p>
          <a:p>
            <a:pPr>
              <a:defRPr sz="2200"/>
            </a:pPr>
            <a:r>
              <a:t>• Encryption</a:t>
            </a:r>
          </a:p>
          <a:p>
            <a:pPr>
              <a:defRPr sz="2200"/>
            </a:pPr>
            <a:r>
              <a:t>• Unified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User question</a:t>
            </a:r>
          </a:p>
          <a:p>
            <a:pPr>
              <a:defRPr sz="2200"/>
            </a:pPr>
            <a:r>
              <a:t>• Generate embedding</a:t>
            </a:r>
          </a:p>
          <a:p>
            <a:pPr>
              <a:defRPr sz="2200"/>
            </a:pPr>
            <a:r>
              <a:t>• Search document vectors</a:t>
            </a:r>
          </a:p>
          <a:p>
            <a:pPr>
              <a:defRPr sz="2200"/>
            </a:pPr>
            <a:r>
              <a:t>• Retrieve relevant chunks</a:t>
            </a:r>
          </a:p>
          <a:p>
            <a:pPr>
              <a:defRPr sz="2200"/>
            </a:pPr>
            <a:r>
              <a:t>• Pass context to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Knowledge assistants</a:t>
            </a:r>
          </a:p>
          <a:p>
            <a:pPr>
              <a:defRPr sz="2200"/>
            </a:pPr>
            <a:r>
              <a:t>• Policy search</a:t>
            </a:r>
          </a:p>
          <a:p>
            <a:pPr>
              <a:defRPr sz="2200"/>
            </a:pPr>
            <a:r>
              <a:t>• Customer support</a:t>
            </a:r>
          </a:p>
          <a:p>
            <a:pPr>
              <a:defRPr sz="2200"/>
            </a:pPr>
            <a:r>
              <a:t>• Engineering documentation</a:t>
            </a:r>
          </a:p>
          <a:p>
            <a:pPr>
              <a:defRPr sz="2200"/>
            </a:pPr>
            <a:r>
              <a:t>• Healthcare and public sector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Uses Autonomous Database infrastructure</a:t>
            </a:r>
          </a:p>
          <a:p>
            <a:pPr>
              <a:defRPr sz="2200"/>
            </a:pPr>
            <a:r>
              <a:t>• Automatic scaling</a:t>
            </a:r>
          </a:p>
          <a:p>
            <a:pPr>
              <a:defRPr sz="2200"/>
            </a:pPr>
            <a:r>
              <a:t>• SQL optimization</a:t>
            </a:r>
          </a:p>
          <a:p>
            <a:pPr>
              <a:defRPr sz="2200"/>
            </a:pPr>
            <a:r>
              <a:t>• High availability</a:t>
            </a:r>
          </a:p>
          <a:p>
            <a:pPr>
              <a:defRPr sz="2200"/>
            </a:pPr>
            <a:r>
              <a:t>• Enterprise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Oracle AI Database combines relational + JSON + vector</a:t>
            </a:r>
          </a:p>
          <a:p>
            <a:pPr>
              <a:defRPr sz="2200"/>
            </a:pPr>
            <a:r>
              <a:t>• Single platform for transactions and AI</a:t>
            </a:r>
          </a:p>
          <a:p>
            <a:pPr>
              <a:defRPr sz="2200"/>
            </a:pPr>
            <a:r>
              <a:t>• Reduces operational complexity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Chunk documents appropriately</a:t>
            </a:r>
          </a:p>
          <a:p>
            <a:pPr>
              <a:defRPr sz="2200"/>
            </a:pPr>
            <a:r>
              <a:t>• Choose correct embedding model</a:t>
            </a:r>
          </a:p>
          <a:p>
            <a:pPr>
              <a:defRPr sz="2200"/>
            </a:pPr>
            <a:r>
              <a:t>• Monitor similarity thresholds</a:t>
            </a:r>
          </a:p>
          <a:p>
            <a:pPr>
              <a:defRPr sz="2200"/>
            </a:pPr>
            <a:r>
              <a:t>• Keep metadata with vectors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Local Ollama LLM</a:t>
            </a:r>
          </a:p>
          <a:p>
            <a:pPr>
              <a:defRPr sz="2200"/>
            </a:pPr>
            <a:r>
              <a:t>• Oracle Autonomous AI Database</a:t>
            </a:r>
          </a:p>
          <a:p>
            <a:pPr>
              <a:defRPr sz="2200"/>
            </a:pPr>
            <a:r>
              <a:t>• Embedded PDF</a:t>
            </a:r>
          </a:p>
          <a:p>
            <a:pPr>
              <a:defRPr sz="2200"/>
            </a:pPr>
            <a:r>
              <a:t>• Vector search</a:t>
            </a:r>
          </a:p>
          <a:p>
            <a:pPr>
              <a:defRPr sz="2200"/>
            </a:pPr>
            <a:r>
              <a:t>• Basic AI agent</a:t>
            </a:r>
          </a:p>
          <a:p>
            <a:pPr>
              <a:defRPr sz="2200"/>
            </a:pPr>
            <a:r>
              <a:t>• Foundation for production 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